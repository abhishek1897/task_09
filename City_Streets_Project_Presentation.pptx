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 of Syracuse Streets Data Analysis (2011)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Abhishek Shinde</a:t>
            </a:r>
          </a:p>
          <a:p>
            <a:r>
              <a:rPr dirty="0"/>
              <a:t>Syracuse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complete and reliable is the 2011 City Streets dataset?</a:t>
            </a:r>
          </a:p>
          <a:p>
            <a:r>
              <a:t>What patterns exist in municipal street data?</a:t>
            </a:r>
          </a:p>
          <a:p>
            <a:r>
              <a:t>How can open data be responsibly analyzed and validated?</a:t>
            </a:r>
          </a:p>
          <a:p>
            <a:r>
              <a:t>Why this matters: Transparency, planning, and infrastructure 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City Streets (2011)</a:t>
            </a:r>
          </a:p>
          <a:p>
            <a:r>
              <a:t>Source: Syracuse Open Data Portal</a:t>
            </a:r>
          </a:p>
          <a:p>
            <a:r>
              <a:t>162 records, 61 columns</a:t>
            </a:r>
          </a:p>
          <a:p>
            <a:r>
              <a:t>Raw data preserved for reproducibility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Cleaning → Analysis → Visualization → LLM Logging</a:t>
            </a:r>
          </a:p>
          <a:p>
            <a:r>
              <a:t>Modular structure (src/)</a:t>
            </a:r>
          </a:p>
          <a:p>
            <a:r>
              <a:t>Deterministic outputs</a:t>
            </a:r>
          </a:p>
          <a:p>
            <a:r>
              <a:t>All artifacts saved to disk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value frequency per column</a:t>
            </a:r>
          </a:p>
          <a:p>
            <a:r>
              <a:t>Percentage completeness analysis</a:t>
            </a:r>
          </a:p>
          <a:p>
            <a:r>
              <a:t>Identification of inconsistent or sparse attributes</a:t>
            </a:r>
          </a:p>
          <a:p>
            <a:r>
              <a:t>Review of numeric vs categorical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 statistics (mean, std, min, max, quartiles)</a:t>
            </a:r>
          </a:p>
          <a:p>
            <a:r>
              <a:t>Histogram visualizations</a:t>
            </a:r>
          </a:p>
          <a:p>
            <a:r>
              <a:t>Missing value distribution analysis</a:t>
            </a:r>
          </a:p>
          <a:p>
            <a:r>
              <a:t>Exploratory pattern identification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attributes contain significant missing values</a:t>
            </a:r>
          </a:p>
          <a:p>
            <a:r>
              <a:t>Dataset size is limited (162 rows)</a:t>
            </a:r>
          </a:p>
          <a:p>
            <a:r>
              <a:t>Numeric distributions show uneven spread</a:t>
            </a:r>
          </a:p>
          <a:p>
            <a:r>
              <a:t>Careful interpretation required before policy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Integration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used only for hypothesis generation</a:t>
            </a:r>
          </a:p>
          <a:p>
            <a:r>
              <a:t>All statistics computed using Pandas</a:t>
            </a:r>
          </a:p>
          <a:p>
            <a:r>
              <a:t>Prompt logs stored for transparency</a:t>
            </a:r>
          </a:p>
          <a:p>
            <a:r>
              <a:t>Outputs validated against ground-truth calculations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Single-year dataset (2011 only)</a:t>
            </a:r>
          </a:p>
          <a:p>
            <a:r>
              <a:t>Limited sample size</a:t>
            </a:r>
          </a:p>
          <a:p>
            <a:r>
              <a:t>Some missing or inconsistent fields</a:t>
            </a:r>
          </a:p>
          <a:p>
            <a:r>
              <a:t>No spatial mapping implemented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housing dataset</a:t>
            </a:r>
          </a:p>
          <a:p>
            <a:r>
              <a:t>Add spatial mapping visualizations</a:t>
            </a:r>
          </a:p>
          <a:p>
            <a:r>
              <a:t>Build interactive dashboard</a:t>
            </a:r>
          </a:p>
          <a:p>
            <a:r>
              <a:t>Expand to multi-year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Reproducible pipeline complete</a:t>
            </a:r>
          </a:p>
          <a:p>
            <a:r>
              <a:t>EDA and visualizations generated</a:t>
            </a:r>
          </a:p>
          <a:p>
            <a:r>
              <a:t>LLM guardrails implemented</a:t>
            </a:r>
          </a:p>
          <a:p>
            <a:r>
              <a:t>Documentation finalized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253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City of Syracuse Streets Data Analysis (2011)</vt:lpstr>
      <vt:lpstr>The Problem</vt:lpstr>
      <vt:lpstr>Data Source</vt:lpstr>
      <vt:lpstr>System Architecture</vt:lpstr>
      <vt:lpstr>Data Quality Assessment</vt:lpstr>
      <vt:lpstr>Analytical Approach</vt:lpstr>
      <vt:lpstr>Key Findings</vt:lpstr>
      <vt:lpstr>LLM Integration &amp; Validation</vt:lpstr>
      <vt:lpstr>Limitations</vt:lpstr>
      <vt:lpstr>Future Work</vt:lpstr>
      <vt:lpstr>Project Status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Shinde</cp:lastModifiedBy>
  <cp:revision>2</cp:revision>
  <dcterms:created xsi:type="dcterms:W3CDTF">2013-01-27T09:14:16Z</dcterms:created>
  <dcterms:modified xsi:type="dcterms:W3CDTF">2026-03-01T04:27:31Z</dcterms:modified>
  <cp:category/>
</cp:coreProperties>
</file>